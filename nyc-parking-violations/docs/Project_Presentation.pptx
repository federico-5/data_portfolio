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6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E5031-1E24-47C0-4B11-0491033C4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42EBF1-67E3-A7EE-95D8-669A3AE97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9F4F09-E2CC-29C4-3DB1-3F420AA8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140896-DD7F-F1B4-E839-B40A3C46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E32C9-DE15-9FA2-7C99-A6085AD2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3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527C9-5D31-6F3A-9DAE-AC605067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38EEA-7701-89B6-7BE2-C83376D3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9AE73-C9C7-D893-B4AA-2AE06AA6F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ABABB-E21E-0CEA-1112-9EC11167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0B45CE-1FBD-34A6-077A-3C38364E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77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E2480-3CB1-B44E-EB9A-23202329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8A4983-3725-EE39-F1D5-137C0CE8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F17E0-2B4E-5AE3-7CA0-ED41FFF5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F97F01-DBDD-4B8B-734F-21A95F5D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9AB66-333C-0B6F-B391-07DABF82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12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CB77F-A56F-AE85-DDCF-F127E672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A311E3-E85A-4C5E-285C-DD2BB0003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6C4369-EF0E-DEC2-F06D-BAFBA32DB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FC8AA-B2F2-3AD3-444A-45EF09D7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603734-C063-312C-2351-5B73E364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60629E-1BE7-D53C-405C-57E21E6E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96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2A40B-EC62-521B-BDFC-098F1AA2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0227C-AC90-ADDA-4157-80E57CB32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02A9B2-B8DB-6067-8BD7-A6E1261E6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AB437E-9439-6B32-099F-92ACF54B6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08D74C-21DF-C862-1BB0-C6E85C5097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DD1555-8848-29A2-B4D1-FA1C8709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96B02C-6DFD-9526-6BA5-E0491CB1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6345A9-DF31-D465-55F5-C4A288B3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29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C0FE9-F58A-BAB4-7575-3F5289B4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D12190-600B-0784-23D9-0024B8E6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8374A0-C010-6274-A0B0-D4DB1C64D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6D245-6B4C-A154-0E8F-760D7946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B0104-1361-0EB0-CAC5-A5892D7A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6FF7C7-04CD-2DA8-7433-F4F58676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D3A5A-43CD-095C-7141-502B8CBC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36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57D15-9D71-1EFC-C71E-8D7AA626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EB497-2E1A-0EA3-8301-E30A902D6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91070F-F089-115E-6214-65B10404A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0395-D6FB-FE61-8156-D96BC6A6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0A664B-708B-325D-4CE9-0E540108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D57EB1-C45B-0154-E872-56726082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7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D806E3-0F5E-4D86-EB67-194763D8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4A8FC8-9C0C-BC04-91DF-48D258D0F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4B59E5-AEE1-9520-C021-75DEE1D34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5F4AA2-1DAC-D06D-33CB-0EDBD041B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E24052-5111-F923-1942-24BC4472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FC860E-4120-930F-3C43-8ECB1720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01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C5B2F-DC55-0F33-0083-881A53E5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DFD9E2-FD59-AE11-395A-664484E8B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1DABC-AB94-9A92-73F2-8A36EFA6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0FEA5-CBE1-867C-CA5D-ACAC8B6D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495661-1CA8-6635-1C5D-768298E8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07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05B10C-581C-C14A-57EE-502EA5483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17769E-A113-BA3C-A919-D0A80B53F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58C51-B138-2F03-9382-ADBDC6FD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091F1-D28C-1310-9D70-3913E385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B1031-7A37-061D-90B8-3063C15C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70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635E63-AD73-1B38-EB32-2799230D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240221-8CA1-E268-9E03-EAB7E695B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6B893F-20FF-3EAC-B636-159C2AADDE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6066-E0CC-4BD5-AB29-0266140A12C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5CA0C-AD3D-4796-51C4-F435B66B3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756680-30FB-D433-2428-381012F1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2F29D-1691-4831-BC56-85FF162FED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80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socrata.com/foundry/data.cityofnewyork.us/8zf9-spf8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7F845576-E6ED-6280-3E68-484D5FB47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960" y="3383350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altLang="zh-CN" sz="2000" dirty="0"/>
              <a:t>Team Members: Federico </a:t>
            </a:r>
            <a:r>
              <a:rPr lang="en-US" altLang="zh-CN" sz="2000" dirty="0" err="1"/>
              <a:t>Ciandri</a:t>
            </a:r>
            <a:r>
              <a:rPr lang="en-US" altLang="zh-CN" sz="2000" dirty="0"/>
              <a:t>, Sabrina Zhu, </a:t>
            </a:r>
            <a:r>
              <a:rPr lang="en-US" altLang="zh-CN" sz="2000" dirty="0" err="1"/>
              <a:t>Yongheng</a:t>
            </a:r>
            <a:r>
              <a:rPr lang="en-US" altLang="zh-CN" sz="2000" dirty="0"/>
              <a:t> Guan</a:t>
            </a:r>
          </a:p>
        </p:txBody>
      </p:sp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72A9E726-A7A4-CB65-0E28-7519FFA5E5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6685280" cy="302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NYC Parking Violations</a:t>
            </a:r>
            <a:b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Fiscal Year 2024</a:t>
            </a:r>
          </a:p>
        </p:txBody>
      </p:sp>
      <p:sp>
        <p:nvSpPr>
          <p:cNvPr id="6" name="Google Shape;87;p13">
            <a:extLst>
              <a:ext uri="{FF2B5EF4-FFF2-40B4-BE49-F238E27FC236}">
                <a16:creationId xmlns:a16="http://schemas.microsoft.com/office/drawing/2014/main" id="{375638F9-A612-544C-E6D0-3AA8F3D6EFE2}"/>
              </a:ext>
            </a:extLst>
          </p:cNvPr>
          <p:cNvSpPr txBox="1">
            <a:spLocks/>
          </p:cNvSpPr>
          <p:nvPr/>
        </p:nvSpPr>
        <p:spPr>
          <a:xfrm>
            <a:off x="568960" y="4448689"/>
            <a:ext cx="8316651" cy="257659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b="1" dirty="0" err="1">
                <a:solidFill>
                  <a:schemeClr val="dk1"/>
                </a:solidFill>
              </a:rPr>
              <a:t>Zicklin</a:t>
            </a:r>
            <a:r>
              <a:rPr lang="en-US" sz="1600" b="1" dirty="0">
                <a:solidFill>
                  <a:schemeClr val="dk1"/>
                </a:solidFill>
              </a:rPr>
              <a:t> School of Business- Baruch College CUNY</a:t>
            </a:r>
          </a:p>
          <a:p>
            <a:pPr algn="l"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</a:rPr>
              <a:t>Prof. Ecem Basak</a:t>
            </a:r>
            <a:endParaRPr lang="en-US" sz="2800" b="1" dirty="0"/>
          </a:p>
        </p:txBody>
      </p:sp>
      <p:sp>
        <p:nvSpPr>
          <p:cNvPr id="7" name="Google Shape;87;p13">
            <a:extLst>
              <a:ext uri="{FF2B5EF4-FFF2-40B4-BE49-F238E27FC236}">
                <a16:creationId xmlns:a16="http://schemas.microsoft.com/office/drawing/2014/main" id="{1AE4389A-3BC1-74B9-FBEB-522FFB897C45}"/>
              </a:ext>
            </a:extLst>
          </p:cNvPr>
          <p:cNvSpPr txBox="1">
            <a:spLocks/>
          </p:cNvSpPr>
          <p:nvPr/>
        </p:nvSpPr>
        <p:spPr>
          <a:xfrm>
            <a:off x="568960" y="3885923"/>
            <a:ext cx="1392464" cy="39844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CIS 9650</a:t>
            </a:r>
          </a:p>
        </p:txBody>
      </p:sp>
    </p:spTree>
    <p:extLst>
      <p:ext uri="{BB962C8B-B14F-4D97-AF65-F5344CB8AC3E}">
        <p14:creationId xmlns:p14="http://schemas.microsoft.com/office/powerpoint/2010/main" val="311807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A3AA1-8BDE-5EAD-F822-D94B6FB5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D5C62348-389F-4BC4-E1ED-59025C28312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6685280" cy="302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6ED8A0B5-BB8D-6E92-ADDC-3A20B4F59D8C}"/>
              </a:ext>
            </a:extLst>
          </p:cNvPr>
          <p:cNvSpPr txBox="1">
            <a:spLocks/>
          </p:cNvSpPr>
          <p:nvPr/>
        </p:nvSpPr>
        <p:spPr>
          <a:xfrm>
            <a:off x="568960" y="1813311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Parking Violations Issued - Fiscal Year 2024</a:t>
            </a:r>
          </a:p>
          <a:p>
            <a:pPr algn="l">
              <a:spcBef>
                <a:spcPts val="0"/>
              </a:spcBef>
            </a:pP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tooltip="https://urldefense.com/v3/__https://dev.socrata.com/foundry/data.cityofnewyork.us/8zf9-spf8__;!!NM37aKQmapIJ!d5lEajNz83W-JYJYhN8EwemlAFN-mqBY09um8LPemED2EIdMHS1gpwBuC4xU2Iu4elVaH_p9XpceYGeviN0ydC2iH-TbIIz5JURDH3u7KgWIdw$"/>
              </a:rPr>
              <a:t>https://dev.socrata.com/foundry/data.cityofnewyork.us/8zf9-spf8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6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B386-93C5-AA50-E7CB-3A3E0F249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22093293-2C03-9D64-AAD9-789B0E92EAF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6685280" cy="302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&amp; Pagination</a:t>
            </a: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75EF0B05-40B8-1219-97AD-BC9B0398FFDD}"/>
              </a:ext>
            </a:extLst>
          </p:cNvPr>
          <p:cNvSpPr txBox="1">
            <a:spLocks/>
          </p:cNvSpPr>
          <p:nvPr/>
        </p:nvSpPr>
        <p:spPr>
          <a:xfrm>
            <a:off x="568960" y="1745683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 rows per page, total 10,000 rows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Pagination using $limit and $offset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Saved to CSV to avoid repeated API calls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Incremental testing: 5 -&gt; 200 -&gt; 400 -&gt; 10,000 rows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665668-ABFC-8616-50D9-48CE1F3B2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3429000"/>
            <a:ext cx="7457143" cy="2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5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41F94-5B3C-636E-10F8-32ADDE82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3;p14">
            <a:extLst>
              <a:ext uri="{FF2B5EF4-FFF2-40B4-BE49-F238E27FC236}">
                <a16:creationId xmlns:a16="http://schemas.microsoft.com/office/drawing/2014/main" id="{CD7B6807-4D6C-DAC3-AACA-C0C8146A030E}"/>
              </a:ext>
            </a:extLst>
          </p:cNvPr>
          <p:cNvSpPr txBox="1">
            <a:spLocks/>
          </p:cNvSpPr>
          <p:nvPr/>
        </p:nvSpPr>
        <p:spPr>
          <a:xfrm>
            <a:off x="568960" y="3573979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Before:</a:t>
            </a:r>
          </a:p>
          <a:p>
            <a:pPr algn="l">
              <a:spcBef>
                <a:spcPts val="0"/>
              </a:spcBef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0"/>
              </a:spcBef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After:</a:t>
            </a:r>
          </a:p>
          <a:p>
            <a:pPr algn="l">
              <a:spcBef>
                <a:spcPts val="0"/>
              </a:spcBef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0"/>
              </a:spcBef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A6B467C5-5AD6-4820-186F-A4952819396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6685280" cy="302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zh-CN" sz="6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8B5C99BC-F331-65CB-68C7-C0C76E7D9737}"/>
              </a:ext>
            </a:extLst>
          </p:cNvPr>
          <p:cNvSpPr txBox="1">
            <a:spLocks/>
          </p:cNvSpPr>
          <p:nvPr/>
        </p:nvSpPr>
        <p:spPr>
          <a:xfrm>
            <a:off x="568960" y="1745683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Dropped columns that &gt; 56% missing 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violation descriptions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vehicle makes (TOYOT -&gt; TOYOTA)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Mapped county codes to boroughs (QN -&gt; Queens)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89A78F-CBA0-F483-4EE9-51E6251D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3966593"/>
            <a:ext cx="3133333" cy="5428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2BEB1F9-FDB8-D207-C1EE-76A1D345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4975978"/>
            <a:ext cx="3200000" cy="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0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7A93-6167-C78E-48A0-752D43E8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E4F13224-AFFB-8B5F-66D0-C051F4D5B12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7317740" cy="1625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1: </a:t>
            </a:r>
            <a:b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Violation Type &amp; Vehicle Brand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FDF22B21-46D2-5FF5-64F4-54D070122C01}"/>
              </a:ext>
            </a:extLst>
          </p:cNvPr>
          <p:cNvSpPr txBox="1">
            <a:spLocks/>
          </p:cNvSpPr>
          <p:nvPr/>
        </p:nvSpPr>
        <p:spPr>
          <a:xfrm>
            <a:off x="568960" y="1745683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violation: No Parking – Street Cleaning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vehicle makes: Honda, Toyota, Nissan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reflects overall brands 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NYC, no targeting bias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AF1DC11-0999-4FDF-B3D3-EE1A36AC4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49" y="2890157"/>
            <a:ext cx="5128584" cy="38321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3201C41-5058-D051-42E2-6D0CD544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123" y="2875840"/>
            <a:ext cx="3096986" cy="384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2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546-C3C6-F92C-BE0F-1E5D0F5B9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43F85986-76D4-BB0E-E1FA-8C2037DBA65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7317740" cy="1625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2: </a:t>
            </a:r>
            <a:b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Counties &amp; Borough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5277BD91-FA2F-41CC-6CD1-5B4F0E7B2F0A}"/>
              </a:ext>
            </a:extLst>
          </p:cNvPr>
          <p:cNvSpPr txBox="1">
            <a:spLocks/>
          </p:cNvSpPr>
          <p:nvPr/>
        </p:nvSpPr>
        <p:spPr>
          <a:xfrm>
            <a:off x="568960" y="1745684"/>
            <a:ext cx="10871200" cy="10481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Boroughs: Queens highest, Brooklyn second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street: WB N CONDUIT AVE @ 8 -&gt; school zone speed camera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Precincts: Queens dominates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10D79C-1092-D00A-B783-73AF47E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" y="3190177"/>
            <a:ext cx="4741995" cy="35376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9F3ACB-6067-C1CA-68A8-033F228E2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988" y="3184374"/>
            <a:ext cx="2257143" cy="25047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9602FE-9753-94C5-783B-D2CCFA06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571" y="3184374"/>
            <a:ext cx="4933319" cy="142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8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73A6-68FA-45C9-45A9-AA8C7E5A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6D7D597F-FDB2-0D8E-6A48-6AB8CBDED06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7317740" cy="1625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3: </a:t>
            </a:r>
            <a:b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emporal analysis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90BC592B-81B4-9CAC-2172-F1B95A191D21}"/>
              </a:ext>
            </a:extLst>
          </p:cNvPr>
          <p:cNvSpPr txBox="1">
            <a:spLocks/>
          </p:cNvSpPr>
          <p:nvPr/>
        </p:nvSpPr>
        <p:spPr>
          <a:xfrm>
            <a:off x="568959" y="1745684"/>
            <a:ext cx="11446577" cy="168331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limitation: data only covers June‑July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range: 2023‑01‑09 to 2025‑06‑16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cause: API default ordering or sampling bias limited other months in the 10,000 rows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Cannot analyze yearly or seasonal trends, it only reveals concentration in June‑July within this sample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B3693C-5BCF-5856-6ECC-5808F153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9" y="3909245"/>
            <a:ext cx="2565329" cy="21597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9AAC07-76B3-FF7F-D19D-7FF7CF6E0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553" y="3909245"/>
            <a:ext cx="8124362" cy="13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2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906D-C069-DC21-DBA0-1C28C41A2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52929343-8FDE-E4B3-065E-F49A8182B1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68960" y="546299"/>
            <a:ext cx="7317740" cy="8253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fr-FR" altLang="zh-C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altLang="zh-C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3;p14">
            <a:extLst>
              <a:ext uri="{FF2B5EF4-FFF2-40B4-BE49-F238E27FC236}">
                <a16:creationId xmlns:a16="http://schemas.microsoft.com/office/drawing/2014/main" id="{7F6AB979-128C-AE85-8300-EC51D78CBF33}"/>
              </a:ext>
            </a:extLst>
          </p:cNvPr>
          <p:cNvSpPr txBox="1">
            <a:spLocks/>
          </p:cNvSpPr>
          <p:nvPr/>
        </p:nvSpPr>
        <p:spPr>
          <a:xfrm>
            <a:off x="568960" y="1223169"/>
            <a:ext cx="10871200" cy="413093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data limited to two months (</a:t>
            </a:r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June ‑ July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altLang="zh-C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benefits?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School zone speeding hotspot -&gt; benefits traffic safety agencies</a:t>
            </a:r>
          </a:p>
          <a:p>
            <a:pPr algn="l"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Queens/Brooklyn enforcement density -&gt; benefits local policymakers &amp; residents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0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295</Words>
  <Application>Microsoft Office PowerPoint</Application>
  <PresentationFormat>宽屏</PresentationFormat>
  <Paragraphs>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Office 主题​​</vt:lpstr>
      <vt:lpstr>Analyzing NYC Parking Violations — Fiscal Year 2024</vt:lpstr>
      <vt:lpstr>Dataset</vt:lpstr>
      <vt:lpstr>API &amp; Pagination</vt:lpstr>
      <vt:lpstr>Data Cleaning</vt:lpstr>
      <vt:lpstr>Analysis 1:  Violation Type &amp; Vehicle Brand</vt:lpstr>
      <vt:lpstr>Analysis 2:  Counties &amp; Borough</vt:lpstr>
      <vt:lpstr>Analysis 3:  Temporal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YH G</dc:creator>
  <cp:lastModifiedBy>YH G</cp:lastModifiedBy>
  <cp:revision>3</cp:revision>
  <dcterms:created xsi:type="dcterms:W3CDTF">2026-05-19T19:33:22Z</dcterms:created>
  <dcterms:modified xsi:type="dcterms:W3CDTF">2026-05-19T20:54:34Z</dcterms:modified>
</cp:coreProperties>
</file>